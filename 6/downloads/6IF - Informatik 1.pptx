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5F6F11-3BF1-4F50-8A0D-82D3A309F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20715E9-C0EE-4C80-84DD-AC97B3C80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23A005-D4AF-45A1-B711-517119C6C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859D-2F89-4FAA-BCE2-BC9AD9F19C20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F7E55A-91A3-42EF-9F00-E09527EEA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75B732-6C91-4FB4-BD30-6D7235D08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0042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B8C763-12AD-4E1E-92A5-CCEDD9FEE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E08259-7DE6-4180-A442-137173419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69EF37-D501-4971-8CC9-7C1591B2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859D-2F89-4FAA-BCE2-BC9AD9F19C20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779488-B0EE-41C9-B761-4E485ABFD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185888-827A-4F9C-A9EC-99E1F79E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6385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B18EC2-9C0B-4EDE-ADDE-58B35915C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A425D3-7891-4077-83F8-38055D35E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2901D2-2CF5-44B9-8538-D20EED014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859D-2F89-4FAA-BCE2-BC9AD9F19C20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DCD4B3-EE3A-49C2-B8AC-AA03306B7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031002-17BC-4BA1-AD0D-5AADF0EDC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9942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A662D4-712D-49A0-A2D6-5F00CC7D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9163E6-32B4-4480-885D-67513F59E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FBB3E18-EB0B-4021-9957-9EA803A1D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BD51A7-A1A3-43D6-9DF6-1471D6389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859D-2F89-4FAA-BCE2-BC9AD9F19C20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94878C-7C6F-45EB-8E81-17CCA11DE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7C7684-D44C-4DEB-A944-5094502AF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3620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04AE3C-794C-4A0C-8DA7-EDA82CC25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5C9AFC-B997-4FDD-94DC-6B5C84E5D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C435A20-7629-4403-B539-97FAAF9B0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E9E18C6-A5A7-4ECF-BC2D-3DB2ACCA65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AC2D828-990B-4C3B-8F1F-2BCA37E191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885227B-206F-4155-9535-51B76AF57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859D-2F89-4FAA-BCE2-BC9AD9F19C20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07C2004-131C-47AD-B663-DBBAED2B7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8645C38-510A-40AC-AF11-345E2EC67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8471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E6B991-B20F-430D-B10B-523EE85E2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999FAEF-35B5-4209-83F3-350384BD0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859D-2F89-4FAA-BCE2-BC9AD9F19C20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AB80231-3396-475D-8DC9-8809A332C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77E37A9-CE8B-49D8-BFCC-31F1247D5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978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41E4B51-9AE0-43D5-AF31-8EFF8F59F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859D-2F89-4FAA-BCE2-BC9AD9F19C20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9A838AB-0885-4A2C-BE17-2B3A91621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1FDE37-B4CA-46BE-B8D7-C9CD2E572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9595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D03683-AF5C-443D-91F2-EC9E3DB18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C53304-D189-4CA3-ADE6-F8D8169F9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3E25AE1-5AAC-492B-BE4A-80E287AB9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A23099-61C7-4D65-A794-090D12C38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859D-2F89-4FAA-BCE2-BC9AD9F19C20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00D55DA-785A-40F9-86E1-734490C47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222BCF6-665A-460E-965B-4CE7EA582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1815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63E8AD-E607-46B4-A890-49B5B0870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E63CF1F-793D-4779-A4C1-D37BA73166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6D13EDF-E325-4001-9EB9-1F7B8F32C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82AF28F-8E10-47B2-976A-187885736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859D-2F89-4FAA-BCE2-BC9AD9F19C20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3DA6392-E214-4DC1-8981-7A747D7AE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7FDA2B-62DB-4A33-B7D8-363A99250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1331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ED3E8D-E9EE-4EFE-9C7E-96BAC632F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C2B8F69-407C-4647-A17D-37990560B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62EA8C-09DC-43F1-9FA4-6BA128C8A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859D-2F89-4FAA-BCE2-BC9AD9F19C20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92C20B-A099-4AA0-80FF-F231E30B3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611D3A-4BF9-404E-8167-062FDE872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5031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9E53147-9349-4590-98A5-41F2EA663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6D003B1-419F-4624-A774-9B6619F5B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B3B901-203A-4CFA-B369-B012E3B56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E859D-2F89-4FAA-BCE2-BC9AD9F19C20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48487D-06E6-4B35-AA38-E73A1F3D1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5479B7-7FA7-4D5B-96B9-E3890D201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92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BE65FB1-59D9-494C-B451-1E004D864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E6CAA6-1F48-42CC-B208-6950BE7E1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499E6B-8ECC-4794-8557-14A0F392DE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E859D-2F89-4FAA-BCE2-BC9AD9F19C20}" type="datetimeFigureOut">
              <a:rPr lang="de-DE" smtClean="0"/>
              <a:t>04.10.2026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35258F-E00D-40CD-9D34-B7A2EC2A1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397B69-3438-4CE6-974D-CA38F41E7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E89C4-8C78-46D6-99AF-8E5B485605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6837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llgemeinbildung.ch/fach=inf/EVA-Prinzip_02a.htm" TargetMode="External"/><Relationship Id="rId2" Type="http://schemas.openxmlformats.org/officeDocument/2006/relationships/hyperlink" Target="https://allgemeinbildung.ch/fach=inf/EVA-Prinzip_01a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7E5855-5784-4B17-A0A0-FC8CDD247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8261" y="2306960"/>
            <a:ext cx="9144000" cy="2387600"/>
          </a:xfrm>
        </p:spPr>
        <p:txBody>
          <a:bodyPr/>
          <a:lstStyle/>
          <a:p>
            <a:r>
              <a:rPr lang="de-DE" dirty="0"/>
              <a:t>6</a:t>
            </a:r>
            <a:r>
              <a:rPr lang="de-DE"/>
              <a:t>IF </a:t>
            </a:r>
            <a:r>
              <a:rPr lang="de-DE" dirty="0"/>
              <a:t>- Informatik</a:t>
            </a:r>
            <a:br>
              <a:rPr lang="de-DE" dirty="0"/>
            </a:b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AB0CAB2-9DD3-42BE-9492-854675959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2906" y="5346908"/>
            <a:ext cx="4039402" cy="777457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Udo Bretschneider</a:t>
            </a:r>
          </a:p>
          <a:p>
            <a:r>
              <a:rPr lang="de-DE" dirty="0"/>
              <a:t>2026/27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89A968B-5DFF-4B4F-8205-4603E595C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21035">
            <a:off x="538724" y="1207399"/>
            <a:ext cx="4570234" cy="124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610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69E7DD-7E33-4A5A-8CB6-42A8A7A6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 b="1" dirty="0"/>
              <a:t>Was ist eine Information?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139264-84A4-4E4B-8E9A-3DC3225E9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Eine Information sagt uns etwas, das wir wissen möchten oder wissen müssen.</a:t>
            </a:r>
            <a:br>
              <a:rPr lang="de-DE" dirty="0"/>
            </a:br>
            <a:br>
              <a:rPr lang="de-DE" dirty="0"/>
            </a:br>
            <a:r>
              <a:rPr lang="de-DE" dirty="0"/>
              <a:t>Ein paar Beispiele machen es sofort verständlich: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„Heute sind es 20 °C.“ → </a:t>
            </a:r>
            <a:r>
              <a:rPr lang="de-DE" b="1" dirty="0"/>
              <a:t>Information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„Der Bus kommt um 8:15 Uhr.“ → </a:t>
            </a:r>
            <a:r>
              <a:rPr lang="de-DE" b="1" dirty="0"/>
              <a:t>Information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„Du hast beim </a:t>
            </a:r>
            <a:r>
              <a:rPr lang="de-DE" dirty="0" err="1"/>
              <a:t>Kahoot</a:t>
            </a:r>
            <a:r>
              <a:rPr lang="de-DE" dirty="0"/>
              <a:t> 12 von 15 Punkten.“ → </a:t>
            </a:r>
            <a:r>
              <a:rPr lang="de-DE" b="1" dirty="0"/>
              <a:t>Information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Eine rote Ampel → vermittelt die Information </a:t>
            </a:r>
            <a:r>
              <a:rPr lang="de-DE" b="1" dirty="0"/>
              <a:t>„Stopp!“</a:t>
            </a:r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b="1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2121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EECA78-B4F1-4966-B2D3-83CF21F66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Informatik – einfach erklärt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1D3260-9D2C-4130-BB52-892887633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b="1" dirty="0"/>
              <a:t>1. Was ist Informatik?</a:t>
            </a:r>
            <a:br>
              <a:rPr lang="de-DE" dirty="0"/>
            </a:br>
            <a:r>
              <a:rPr lang="de-DE" dirty="0"/>
              <a:t>Informatik beschäftigt sich damit, wie </a:t>
            </a:r>
            <a:r>
              <a:rPr lang="de-DE" b="1" dirty="0"/>
              <a:t>Informationen aufgenommen, verarbeitet und weitergegeben</a:t>
            </a:r>
            <a:r>
              <a:rPr lang="de-DE" dirty="0"/>
              <a:t> werden.</a:t>
            </a:r>
          </a:p>
          <a:p>
            <a:endParaRPr lang="de-DE" dirty="0"/>
          </a:p>
          <a:p>
            <a:r>
              <a:rPr lang="de-DE" b="1" dirty="0"/>
              <a:t>2. Was ist Informatik nicht?</a:t>
            </a:r>
            <a:br>
              <a:rPr lang="de-DE" dirty="0"/>
            </a:br>
            <a:r>
              <a:rPr lang="de-DE" dirty="0"/>
              <a:t>Informatik bedeutet, </a:t>
            </a:r>
            <a:r>
              <a:rPr lang="de-DE" b="1" dirty="0"/>
              <a:t>nicht nur</a:t>
            </a:r>
            <a:r>
              <a:rPr lang="de-DE" dirty="0"/>
              <a:t> </a:t>
            </a:r>
            <a:r>
              <a:rPr lang="de-DE" b="1" dirty="0"/>
              <a:t>Computer und Smartphones zu benutzen</a:t>
            </a:r>
            <a:r>
              <a:rPr lang="de-DE" dirty="0"/>
              <a:t>. </a:t>
            </a:r>
            <a:br>
              <a:rPr lang="de-DE" dirty="0"/>
            </a:br>
            <a:endParaRPr lang="de-DE" dirty="0"/>
          </a:p>
          <a:p>
            <a:r>
              <a:rPr lang="de-DE" b="1" dirty="0"/>
              <a:t>3. Was ist ein Informatiksystem?</a:t>
            </a:r>
            <a:br>
              <a:rPr lang="de-DE" dirty="0"/>
            </a:br>
            <a:r>
              <a:rPr lang="de-DE" dirty="0"/>
              <a:t>Ein Informatiksystem besteht aus </a:t>
            </a:r>
            <a:r>
              <a:rPr lang="de-DE" b="1" dirty="0"/>
              <a:t>Hardware und Software</a:t>
            </a:r>
            <a:r>
              <a:rPr lang="de-DE" dirty="0"/>
              <a:t> und verarbeitet Informationen.</a:t>
            </a:r>
            <a:br>
              <a:rPr lang="de-DE" dirty="0"/>
            </a:br>
            <a:br>
              <a:rPr lang="de-DE" dirty="0"/>
            </a:br>
            <a:r>
              <a:rPr lang="de-DE" b="1" dirty="0"/>
              <a:t>Beispiele: </a:t>
            </a:r>
            <a:r>
              <a:rPr lang="de-DE" dirty="0"/>
              <a:t>PC, Smartphone, Waschmaschine, Ampelanlage, Heizungssteuerung, Auto oder digitale Armbanduhr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84769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2E55BB-FEBD-4C91-A8A7-01D09A1F5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Das EVA-Modell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DC14C4-13A8-41EB-B5E0-6E70814F7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Das </a:t>
            </a:r>
            <a:r>
              <a:rPr lang="de-DE" b="1" dirty="0"/>
              <a:t>EVA-Modell</a:t>
            </a:r>
            <a:r>
              <a:rPr lang="de-DE" dirty="0"/>
              <a:t> beschreibt, wie ein Informatiksystem Informationen verarbeitet:</a:t>
            </a:r>
            <a:br>
              <a:rPr lang="de-DE" dirty="0"/>
            </a:br>
            <a:br>
              <a:rPr lang="de-DE" dirty="0"/>
            </a:br>
            <a:r>
              <a:rPr lang="de-DE" b="1" dirty="0"/>
              <a:t>E → Eingabe</a:t>
            </a:r>
            <a:br>
              <a:rPr lang="de-DE" dirty="0"/>
            </a:br>
            <a:r>
              <a:rPr lang="de-DE" b="1" dirty="0"/>
              <a:t>V → Verarbeitung</a:t>
            </a:r>
            <a:br>
              <a:rPr lang="de-DE" dirty="0"/>
            </a:br>
            <a:r>
              <a:rPr lang="de-DE" b="1" dirty="0"/>
              <a:t>A → Ausgabe</a:t>
            </a:r>
            <a:br>
              <a:rPr lang="de-DE" dirty="0"/>
            </a:br>
            <a:endParaRPr lang="de-DE" dirty="0"/>
          </a:p>
          <a:p>
            <a:r>
              <a:rPr lang="de-DE" b="1" dirty="0"/>
              <a:t>Eingabe:</a:t>
            </a:r>
            <a:r>
              <a:rPr lang="de-DE" dirty="0"/>
              <a:t> Tastatur, Maus, Mikrofon, Scanner, Webcam</a:t>
            </a:r>
          </a:p>
          <a:p>
            <a:r>
              <a:rPr lang="de-DE" b="1" dirty="0"/>
              <a:t>Verarbeitung:</a:t>
            </a:r>
            <a:r>
              <a:rPr lang="de-DE" dirty="0"/>
              <a:t> CPU/Prozessor, Mikrocontroller,</a:t>
            </a:r>
          </a:p>
          <a:p>
            <a:r>
              <a:rPr lang="de-DE" b="1" dirty="0"/>
              <a:t>Ausgabe:</a:t>
            </a:r>
            <a:r>
              <a:rPr lang="de-DE" dirty="0"/>
              <a:t> Bildschirm, Drucker, Lautsprecher, </a:t>
            </a:r>
            <a:r>
              <a:rPr lang="de-DE" dirty="0" err="1"/>
              <a:t>Beamer</a:t>
            </a:r>
            <a:r>
              <a:rPr lang="de-DE" dirty="0"/>
              <a:t>, Kopfhörer</a:t>
            </a:r>
          </a:p>
        </p:txBody>
      </p:sp>
    </p:spTree>
    <p:extLst>
      <p:ext uri="{BB962C8B-B14F-4D97-AF65-F5344CB8AC3E}">
        <p14:creationId xmlns:p14="http://schemas.microsoft.com/office/powerpoint/2010/main" val="282028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0044BD-E624-46EB-812A-F16581344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zum EVA-Modell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43CB43-5696-4F28-A1A7-94F07A1C4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Eva-Modell beim Menschen</a:t>
            </a:r>
            <a:endParaRPr lang="de-DE" dirty="0"/>
          </a:p>
          <a:p>
            <a:r>
              <a:rPr lang="de-DE" dirty="0">
                <a:hlinkClick r:id="rId3"/>
              </a:rPr>
              <a:t>EVA-Modell PC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73186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</Words>
  <Application>Microsoft Office PowerPoint</Application>
  <PresentationFormat>Breitbild</PresentationFormat>
  <Paragraphs>23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</vt:lpstr>
      <vt:lpstr>6IF - Informatik </vt:lpstr>
      <vt:lpstr>Was ist eine Information?</vt:lpstr>
      <vt:lpstr>Informatik – einfach erklärt</vt:lpstr>
      <vt:lpstr>Das EVA-Modell</vt:lpstr>
      <vt:lpstr>Übung zum EVA-Modell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Informatik 7IF 2026/27</dc:title>
  <dc:creator>Udo Bretschneider</dc:creator>
  <cp:lastModifiedBy>Udo Bretschneider</cp:lastModifiedBy>
  <cp:revision>11</cp:revision>
  <dcterms:created xsi:type="dcterms:W3CDTF">2026-09-13T10:02:48Z</dcterms:created>
  <dcterms:modified xsi:type="dcterms:W3CDTF">2026-10-04T18:58:56Z</dcterms:modified>
</cp:coreProperties>
</file>